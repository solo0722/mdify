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master.xml" ContentType="application/vnd.openxmlformats-officedocument.presentationml.slideMaster+xml"/>
  <Override PartName="/ppt/slideLayouts/layout.xml" ContentType="application/vnd.openxmlformats-officedocument.presentationml.slideLayout+xml"/>
  <Override PartName="/ppt/notesSlides/notes1.xml" ContentType="application/vnd.openxmlformats-officedocument.presentationml.notesSlide+xml"/>
  <Override PartName="/ppt/notesMasters/master.xml" ContentType="application/vnd.openxmlformats-officedocument.presentationml.notesMaster+xml"/>
</Types>
</file>

<file path=_rels/.rels><Relationships xmlns="http://schemas.openxmlformats.org/package/2006/relationships"><Relationship Id="main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notesMasterIdLst>
    <p:notesMasterId r:id="notesMaster"/>
  </p:notesMasterIdLst>
  <p:sldIdLst>
    <p:sldId id="256" r:id="slide1"/>
    <p:sldId id="257" r:id="slide2"/>
  </p:sldIdLst>
  <p:sldSz cx="9144000" cy="5143500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master.xml"/><Relationship Id="notesMaster" Type="http://schemas.openxmlformats.org/officeDocument/2006/relationships/notesMaster" Target="notesMasters/master.xml"/><Relationship Id="slide1" Type="http://schemas.openxmlformats.org/officeDocument/2006/relationships/slide" Target="slides/slide1.xml"/><Relationship Id="slide2" Type="http://schemas.openxmlformats.org/officeDocument/2006/relationships/slide" Target="slides/slide2.xml"/></Relationships>
</file>

<file path=ppt/notesMasters/_rels/master.xml.rels><Relationships xmlns="http://schemas.openxmlformats.org/package/2006/relationships"><Relationship Id="theme" Type="http://schemas.openxmlformats.org/officeDocument/2006/relationships/theme" Target="../theme/theme1.xml"/></Relationships>
</file>

<file path=ppt/notesMasters/master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1.xml.rels><Relationships xmlns="http://schemas.openxmlformats.org/package/2006/relationships"><Relationship Id="slide" Type="http://schemas.openxmlformats.org/officeDocument/2006/relationships/slide" Target="../slides/slide1.xml"/><Relationship Id="master" Type="http://schemas.openxmlformats.org/officeDocument/2006/relationships/notesMaster" Target="../notesMasters/master.xml"/></Relationships>
</file>

<file path=ppt/notesSlides/notes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body" idx="1"/>
          </p:nvPr>
        </p:nvSpPr>
        <p:spPr>
          <a:xfrm>
            <a:off x="600000" y="1500000"/>
            <a:ext cx="7900000" cy="140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/>
              <a:t>This is a sample speaker note.</a:t>
            </a:r>
          </a:p>
        </p:txBody>
      </p:sp>
    </p:spTree>
  </p:cSld>
  <p:clrMapOvr>
    <a:masterClrMapping/>
  </p:clrMapOvr>
</p:notes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master.xml.rels><Relationships xmlns="http://schemas.openxmlformats.org/package/2006/relationships"><Relationship Id="layout" Type="http://schemas.openxmlformats.org/officeDocument/2006/relationships/slideLayout" Target="../slideLayouts/layout.xml"/><Relationship Id="theme" Type="http://schemas.openxmlformats.org/officeDocument/2006/relationships/theme" Target="../theme/theme1.xml"/></Relationships>
</file>

<file path=ppt/slideMasters/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layout"/>
  </p:sldLayoutIdLst>
  <p:txStyles>
    <p:titleStyle>
      <a:lvl1pPr>
        <a:defRPr sz="3200"/>
      </a:lvl1pPr>
    </p:titleStyle>
    <p:bodyStyle>
      <a:lvl1pPr>
        <a:defRPr sz="2200"/>
      </a:lvl1pPr>
    </p:bodyStyle>
    <p:otherStyle/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layout.xml"/><Relationship Id="notes" Type="http://schemas.openxmlformats.org/officeDocument/2006/relationships/notesSlide" Target="../notesSlides/notes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600000" y="200000"/>
            <a:ext cx="7900000" cy="140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/>
              <a:t>Sample PPTX Presentation</a:t>
            </a:r>
          </a:p>
        </p:txBody>
      </p:sp>
      <p:sp>
        <p:nvSpPr>
          <p:cNvPr id="3" name="Text 3"/>
          <p:cNvSpPr/>
          <p:nvPr>
            <p:ph type="body" idx="1"/>
          </p:nvPr>
        </p:nvSpPr>
        <p:spPr>
          <a:xfrm>
            <a:off x="600000" y="1500000"/>
            <a:ext cx="7900000" cy="14000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/>
              <a:t>Slide text and lists</a:t>
            </a:r>
          </a:p>
          <a:p>
            <a:pPr>
              <a:buChar char="•"/>
            </a:pPr>
            <a:r>
              <a:rPr lang="en-US"/>
              <a:t>Speaker notes are included by default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600000" y="200000"/>
            <a:ext cx="7900000" cy="140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/>
              <a:t>Results</a:t>
            </a:r>
          </a:p>
        </p:txBody>
      </p:sp>
      <p:graphicFrame>
        <p:nvGraphicFramePr>
          <p:cNvPr id="3" name="Results table"/>
          <p:cNvGraphicFramePr/>
          <p:nvPr/>
        </p:nvGraphicFramePr>
        <p:xfrm>
          <a:off x="600000" y="1800000"/>
          <a:ext cx="7000000" cy="900000"/>
        </p:xfrm>
        <a:graphic>
          <a:graphicData uri="http://schemas.openxmlformats.org/drawingml/2006/table">
            <a:tbl>
              <a:tblPr/>
              <a:tblGrid>
                <a:gridCol w="3500000"/>
                <a:gridCol w="3500000"/>
              </a:tblGrid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and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Sa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