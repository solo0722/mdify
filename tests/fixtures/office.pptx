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6" r:id="rId4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Speaker note: synthetic fixture.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508000" y="1524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Merged header</a:t>
                      </a:r>
                      <a:endParaRPr lang="en-US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Third</a:t>
                      </a:r>
                      <a:endParaRPr lang="en-US"/>
                    </a:p>
                  </a:txBody>
                  <a:tcPr/>
                </a:tc>
              </a:tr>
              <a:tr h="635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A|B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Overview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First bullet</a:t>
            </a:r>
            <a:endParaRPr lang="en-US"/>
          </a:p>
          <a:p>
            <a:pPr lvl="1"/>
            <a:r>
              <a:rPr lang="en-US"/>
              <a:t>Nested bullet</a:t>
            </a:r>
            <a:endParaRPr lang="en-US"/>
          </a:p>
          <a:p>
            <a:r>
              <a:rPr lang="en-US"/>
              <a:t>Last bullet</a:t>
            </a:r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08000" y="4064000"/>
            <a:ext cx="4826000" cy="508000"/>
            <a:chOff x="800" y="6400"/>
            <a:chExt cx="7600" cy="800"/>
          </a:xfrm>
        </p:grpSpPr>
        <p:sp>
          <p:nvSpPr>
            <p:cNvPr id="4" name="Text Box 3"/>
            <p:cNvSpPr txBox="1"/>
            <p:nvPr/>
          </p:nvSpPr>
          <p:spPr>
            <a:xfrm>
              <a:off x="800" y="6400"/>
              <a:ext cx="3600" cy="8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Grouped left</a:t>
              </a:r>
              <a:endParaRPr lang="en-US"/>
            </a:p>
          </p:txBody>
        </p:sp>
        <p:sp>
          <p:nvSpPr>
            <p:cNvPr id="5" name="Text Box 4"/>
            <p:cNvSpPr txBox="1"/>
            <p:nvPr/>
          </p:nvSpPr>
          <p:spPr>
            <a:xfrm>
              <a:off x="4800" y="6400"/>
              <a:ext cx="3600" cy="8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/>
                <a:t>Grouped right</a:t>
              </a:r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112</ns0:Words>
  <ns0:Application>WPS Presentation</ns0:Application>
  <ns0:PresentationFormat>Widescreen</ns0:PresentationFormat>
  <ns0:Paragraphs>24</ns0:Paragraphs>
  <ns0:Slides>3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3</ns1:i4>
      </ns1:variant>
    </ns1:vector>
  </ns0:HeadingPairs>
  <ns0:TitlesOfParts>
    <ns1:vector size="9" baseType="lpstr">
      <ns1:lpstr>Arial</ns1:lpstr>
      <ns1:lpstr>SimSun</ns1:lpstr>
      <ns1:lpstr>Wingdings</ns1:lpstr>
      <ns1:lpstr>Wingdings</ns1:lpstr>
      <ns1:lpstr>Calibri</ns1:lpstr>
      <ns1:lpstr>WPS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Results</dc:title>
  <dc:creator>mdify synthetic fixture</dc:creator>
  <ns0:lastModifiedBy>mdify synthetic fixture</ns0:lastModifiedBy>
  <ns0:revision>1</ns0:revision>
  <ns2:created xsi:type="dcterms:W3CDTF">2026-10-18T01:15:11Z</ns2:created>
  <ns2:modified xsi:type="dcterms:W3CDTF">2026-10-18T01:15:11Z</ns2:modified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DACB48993B6F44C697CCBBCD2EAD9AD2_11</vt:lpwstr>
  </property>
</Properties>
</file>